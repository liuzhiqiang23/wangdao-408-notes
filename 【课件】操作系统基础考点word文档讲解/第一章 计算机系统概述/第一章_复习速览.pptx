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10128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王道计算机考研 · 操作系统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计算机系统概述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复习速览 · 考点与易错点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基于王道考点讲解视频 + 配套课件 · 2026-09-19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00584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1.1.1+1.1.2 操作系统的概念、功能和目标…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90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1.1.3 操作系统的特征_扫描版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122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1.2 操作系统的发展与分类_扫描版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34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1.3.1 操作系统的运行机制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55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1.3.2 中断和异常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1.3.3 系统调用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868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1.3.4 番外篇：中国古代的操作系统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490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1.4 操作系统体系结构（上）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1122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1.4 操作系统体系结构（下）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734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1.5 操作系统引导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355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1.6 虚拟机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核心考点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5778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1.1.1+1.1.2 操作系统的概念、功能和目标_扫描版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本节解决操作系统的基本概念、功能与目标问题，是整章的基础；在计算机系统层次结构中处于硬件与应用软件之间；建议结合日常使用经验理解其资源…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操作系统定义：控制管理软硬件资源，合理组织调度计算机工作与资源分配（考法：选择题辨析定义）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操作系统功能：资源管理（处理机/存储器/文件/设备管理）与服务提供（GUI/命令接口/程序接口）（考法…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系统调用：应用程序请求操作系统服务的唯一方式，又称广义指令（考法：选择题辨析系统调用与库函数区别）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391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操作系统的特征_扫描版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本节解决操作系统四个基本特征的概念理解问题，位于操作系统概述章节，是后续进程管理、存储管理等章节的基础。建议通过对比并发与并行、结合实…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并发与并行的区别：宏观同时微观交替（并发）vs 同时刻同时发生（并行），常以选择题形式考察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共享性的两种方式：互斥共享（如摄像头）和同时共享（如硬盘、扬声器），需结合资源特性判断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136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虚拟性的实现技术：时分复用（单核CPU模拟多核）和空分复用（虚拟存储器），第三章会深入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65576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204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操作系统的发展与分类_扫描版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本节解决操作系统的发展历程与分类问题，是理解后续操作系统原理的基础。建议按时间顺序掌握各类操作系统的核心特点、解决的问题及优缺点，重点…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1056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手工操作阶段的缺点：用户独占全机、人机速度矛盾导致CPU利用率极低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43616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单道批处理系统的改进：脱机输入输出技术提升作业输入输出速度，但仍存在CPU空闲问题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4617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多道批处理系统的特点：多道程序并发运行，共享资源，大幅提升CPU利用率，但不支持人机交互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核心考点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5778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1.3.1 操作系统的运行机制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本节解决操作系统运行机制的核心问题，解释CPU如何区分并执行内核程序与应用程序；在整章中是理解操作系统资源管理的基础；建议结合程序运行…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机器指令与高级语言代码的关系（一条高级语言代码可能对应多条机器指令）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内核程序与应用程序的区别（内核是操作系统核心，管理资源；应用程序运行在操作系统之上）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特权指令与非特权指令的区分（特权指令影响系统安全，仅内核程序可执行）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391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1.3.2 中断和异常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本节解决中断和异常的基本概念、分类及作用问题，是理解操作系统如何通过中断机制管理CPU控制权的关键内容。本节位于操作系统核心机制章节，…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中断的作用：是操作系统内核夺回CPU使用权的唯一途径，实现多道程序并发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中断分类：内中断（异常）与当前指令有关，信号来源于CPU内部；外中断与当前指令无关，信号来源于CPU外部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136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异常的三种类型：陷入（主动请求服务）、故障（可修复错误）、中止（致命错误不可修复）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65576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204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1.3.3 系统调用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本节解决系统调用的定义、作用及实现过程问题，是操作系统程序接口的核心内容，为后续进程管理、文件系统等章节奠定基础。建议结合打印实例理解…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1056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系统调用的定义与作用：操作系统提供给应用程序的特殊函数接口，用于请求内核服务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43616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系统调用与库函数的区别：库函数可能封装系统调用，但不涉及系统调用的库函数（如数学函数）可直接执行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4617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系统调用的必要性：实现对共享资源（如打印机）的统一管理，防止并发进程冲突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核心考点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5778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1.3.4 番外篇：中国古代的操作系统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本节通过中国古代的比喻帮助理解操作系统核心概念，位于操作系统章节的番外篇，建议结合实际操作系统机制对比学习，加深对用户态/内核态、特权…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用户态与内核态的区别及切换条件（用户态不可执行特权指令，内核态可执行所有指令）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特权指令与非特权指令的执行权限（用户态只能执行非特权指令）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中断的分类与处理流程（内中断/异常和外中断，内核态响应中断）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391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操作系统体系结构（上）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本节解决操作系统内核设计问题，在整章中介绍操作系统体系结构的基础知识。建议通过对比大内核与微内核的特点，结合CPU状态转换理解性能差异。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内核与非内核功能的划分：内核包含时钟管理、中断处理、原语及进程/存储/设备管理，非内核功能如GUI运行…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大内核与微内核的定义：大内核将所有功能包含在内核中，微内核仅保留与硬件紧密相关的部分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136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大内核与微内核的优缺点：大内核性能高但结构复杂，微内核结构清晰但频繁切换状态导致性能降低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65576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204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操作系统体系结构（下）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本节解决操作系统体系结构分类及特性问题，是操作系统设计思想的核心内容，位于整章基础理论部分。建议结合课件图示对比记忆各结构的优缺点，重…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1056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分层结构特性：单向调用相邻层（易考设计思想），优点便于调试验证、接口清晰；缺点边界难定义、效率低（常见…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43616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模块化结构特性：模块间直接调用（易考通信方式），优点逻辑清晰、支持动态加载、效率高；缺点接口定义难、调…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4617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大内核与微内核对比：大内核功能集中、性能高但可靠性低；微内核内核小、可靠性高但需消息传递（常见考法：选…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核心考点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5778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操作系统引导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本节解决操作系统开机启动的核心流程问题，是理解计算机系统从硬件到软件运行的关键环节。本节位于操作系统基础章节，建议结合磁盘结构和内存知…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操作系统引导的定义与作用：解释开机时如何让操作系统运行起来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引导过程的四个步骤：CPU执行ROM引导程序、读入主引导记录并扫描分区表、读入活动分区的引导记录、执行…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主引导记录（MBR）的组成：磁盘引导程序和分区表的作用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64008" cy="14813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391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虚拟机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本节解决传统计算机硬件资源利用率低的问题，通过虚拟机技术将一台物理机虚拟化为多台虚拟机，每台虚拟机可独立运行操作系统。本节位于操作系统…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虚拟机的概念：使用虚拟化技术将物理机虚拟化为多台虚拟机，每台虚拟机可独立运行操作系统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两类虚拟机管理程序的区别：第一类直接运行在硬件上，第二类运行在宿主操作系统上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136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虚拟机管理程序的同义术语：虚拟机监控程序/Hypervisor/VMM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易错点清单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26280" y="822960"/>
            <a:ext cx="18288" cy="3840480"/>
          </a:xfrm>
          <a:prstGeom prst="rect">
            <a:avLst/>
          </a:prstGeom>
          <a:solidFill>
            <a:srgbClr val="F5DDD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命令接口分类：联机命令接口（交互式，用户说一句系统做一句）与脱机命令接口（批处理，用户说一堆系统做一堆）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1.1.1+1.1.2 操…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混淆并发与并行：需明确时间维度（时间间隔vs时刻）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操作系统的特征…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025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多道批处理系统与单道批处理系统的区别：多道系统支持内存中多道程序并发，而单道系统只能串行执行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682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操作系统的发展与分…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指令概念混淆（交互式命令接口与机器指令的区别）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1.3.1 操作系统的运行…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中断与异常的术语区别：广义中断包含内中断（异常）和外中断，考试中常将外中断狭义称为中断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021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1.3.2 中断和异常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陷入指令是用户态下的非特权指令，执行后引发内中断使CPU进入核心态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1.3.3 系统调用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868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混淆用户态和内核态的执行权限（用户态不可执行特权指令）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1.3.4 番外篇：中国古…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143560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术语规范：考试中应使用'CPU状态转换'而非口语化的'变态'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8013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操作系统体系结构（…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025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分层结构中“只能调用相邻低层”的限制可能导致功能耦合困难（易混淆为模块化结构的自由调用）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3682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操作系统体系结构（…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56946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ROM引导程序与磁盘引导程序的区别：前者在主板上，后者在磁盘的MBR中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9352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操作系统引导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1363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第一类虚拟机管理程序运行在最高特权级（Ring 0），客户操作系统运行在次高特权级，而第二类虚拟机管理程序部分运…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5021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虚拟机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全章主线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4A372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概念与功能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737360" y="129844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2024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8D6E6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发展四阶段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129844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4A372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运行机制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内核/用户态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29844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8D6E6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中断·系统调用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29844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体系结构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大内核/微内核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06640" y="129844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960120"/>
            <a:ext cx="1280160" cy="1051560"/>
          </a:xfrm>
          <a:prstGeom prst="roundRect">
            <a:avLst>
              <a:gd name="adj" fmla="val 8696"/>
            </a:avLst>
          </a:prstGeom>
          <a:solidFill>
            <a:srgbClr val="8D6E63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9601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引导与虚拟机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8046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5D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复习建议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0175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先记运行机制主线：CPU靠PSW区分内核态/用户态，切换靠中断(被动)与特权指令(主动)；② 体系结构对比记「大内核=高性能+耦合重，微内核=稳定+频繁切换开销」；③ 引导流程和虚拟机做选择题区分两类管理程序(hypervisor)。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2026-09-19T05:17:26Z</dcterms:created>
  <dcterms:modified xsi:type="dcterms:W3CDTF">2026-09-19T05:17:26Z</dcterms:modified>
</cp:coreProperties>
</file>